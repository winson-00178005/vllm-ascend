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vLLM Ascend ST 测试框架设计方案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基于场景化的系统测试框架 |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一、现有测试方案的痛点</a:t>
            </a:r>
          </a:p>
          <a:p>
            <a:pPr>
              <a:spcAft>
                <a:spcPts val="1200"/>
              </a:spcAft>
              <a:defRPr sz="2000"/>
            </a:pPr>
            <a:r>
              <a:t>• 二、新框架的设计目标</a:t>
            </a:r>
          </a:p>
          <a:p>
            <a:pPr>
              <a:spcAft>
                <a:spcPts val="1200"/>
              </a:spcAft>
              <a:defRPr sz="2000"/>
            </a:pPr>
            <a:r>
              <a:t>• 三、框架核心能力</a:t>
            </a:r>
          </a:p>
          <a:p>
            <a:pPr>
              <a:spcAft>
                <a:spcPts val="1200"/>
              </a:spcAft>
              <a:defRPr sz="2000"/>
            </a:pPr>
            <a:r>
              <a:t>• 四、目录结构与迁移策略</a:t>
            </a:r>
          </a:p>
          <a:p>
            <a:pPr>
              <a:spcAft>
                <a:spcPts val="1200"/>
              </a:spcAft>
              <a:defRPr sz="2000"/>
            </a:pPr>
            <a:r>
              <a:t>• 五、收益与价值</a:t>
            </a:r>
          </a:p>
          <a:p>
            <a:pPr>
              <a:spcAft>
                <a:spcPts val="1200"/>
              </a:spcAft>
              <a:defRPr sz="2000"/>
            </a:pPr>
            <a:r>
              <a:t>• 六、下一步计划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一、现有测试方案的痛点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【场景切换困难】单卡/多卡/310P 测试代码分散，环境变量硬编码</a:t>
            </a:r>
          </a:p>
          <a:p>
            <a:pPr>
              <a:spcAft>
                <a:spcPts val="1200"/>
              </a:spcAft>
              <a:defRPr sz="2000"/>
            </a:pPr>
            <a:r>
              <a:t>• 【模型配置散落】模型列表分散在各个测试文件中，修改困难</a:t>
            </a:r>
          </a:p>
          <a:p>
            <a:pPr>
              <a:spcAft>
                <a:spcPts val="1200"/>
              </a:spcAft>
              <a:defRPr sz="2000"/>
            </a:pPr>
            <a:r>
              <a:t>• 【条件执行繁琐】使用 @pytest.mark.skipif 手工维护跳过条件</a:t>
            </a:r>
          </a:p>
          <a:p>
            <a:pPr>
              <a:spcAft>
                <a:spcPts val="1200"/>
              </a:spcAft>
              <a:defRPr sz="2000"/>
            </a:pPr>
            <a:r>
              <a:t>• 【测试复用性差】相似测试逻辑在多个文件中重复</a:t>
            </a:r>
          </a:p>
          <a:p>
            <a:pPr>
              <a:spcAft>
                <a:spcPts val="1200"/>
              </a:spcAft>
              <a:defRPr sz="2000"/>
            </a:pPr>
            <a:r>
              <a:t>• 【迁移成本高】现有测试无法快速适配新场景，需大量改写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二、新框架的设计目标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【场景加载机制】支持 SINGLECARD / MULTICARD_2Cards / MULTICARD_4Cards / 310P_SINGLECARD</a:t>
            </a:r>
          </a:p>
          <a:p>
            <a:pPr>
              <a:spcAft>
                <a:spcPts val="1200"/>
              </a:spcAft>
              <a:defRPr sz="2000"/>
            </a:pPr>
            <a:r>
              <a:t>• 【模型配置化】通过 YAML 文件统一管理支持的模型列表</a:t>
            </a:r>
          </a:p>
          <a:p>
            <a:pPr>
              <a:spcAft>
                <a:spcPts val="1200"/>
              </a:spcAft>
              <a:defRPr sz="2000"/>
            </a:pPr>
            <a:r>
              <a:t>• 【条件执行装饰器】@require_scene / @require_model 声明所需场景/模型</a:t>
            </a:r>
          </a:p>
          <a:p>
            <a:pPr>
              <a:spcAft>
                <a:spcPts val="1200"/>
              </a:spcAft>
              <a:defRPr sz="2000"/>
            </a:pPr>
            <a:r>
              <a:t>• 【平滑迁移】现有 @pytest.mark.parametrize 模式零改动迁移</a:t>
            </a:r>
          </a:p>
          <a:p>
            <a:pPr>
              <a:spcAft>
                <a:spcPts val="1200"/>
              </a:spcAft>
              <a:defRPr sz="2000"/>
            </a:pPr>
            <a:r>
              <a:t>• 【环境隔离】自动保存/恢复环境变量，测试间互不干扰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三、框架核心能力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场景管理 (SceneManager)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单例模式，线程安全</a:t>
            </a:r>
          </a:p>
          <a:p>
            <a:pPr>
              <a:spcAft>
                <a:spcPts val="800"/>
              </a:spcAft>
              <a:defRPr sz="1600"/>
            </a:pPr>
            <a:r>
              <a:t>• 支持场景动态切换</a:t>
            </a:r>
          </a:p>
          <a:p>
            <a:pPr>
              <a:spcAft>
                <a:spcPts val="800"/>
              </a:spcAft>
              <a:defRPr sz="1600"/>
            </a:pPr>
            <a:r>
              <a:t>• 自动保存/恢复环境变量</a:t>
            </a:r>
          </a:p>
          <a:p>
            <a:pPr>
              <a:spcAft>
                <a:spcPts val="800"/>
              </a:spcAft>
              <a:defRPr sz="1600"/>
            </a:pPr>
            <a:r>
              <a:t>• 场景配置示例：</a:t>
            </a:r>
          </a:p>
          <a:p>
            <a:pPr>
              <a:spcAft>
                <a:spcPts val="800"/>
              </a:spcAft>
              <a:defRPr sz="1600"/>
            </a:pPr>
            <a:r>
              <a:t>•   - SINGLECARD: tp_size=1</a:t>
            </a:r>
          </a:p>
          <a:p>
            <a:pPr>
              <a:spcAft>
                <a:spcPts val="800"/>
              </a:spcAft>
              <a:defRPr sz="1600"/>
            </a:pPr>
            <a:r>
              <a:t>•   - MULTICARD_2Cards: tp_size=2</a:t>
            </a:r>
          </a:p>
          <a:p>
            <a:pPr>
              <a:spcAft>
                <a:spcPts val="800"/>
              </a:spcAft>
              <a:defRPr sz="1600"/>
            </a:pPr>
            <a:r>
              <a:t>•   - MULTICARD_4Cards: tp_size=4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4C"/>
                </a:solidFill>
              </a:defRPr>
            </a:pPr>
            <a:r>
              <a:t>装饰器 (Decorators)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@require_scene - 场景级别筛选</a:t>
            </a:r>
          </a:p>
          <a:p>
            <a:pPr>
              <a:spcAft>
                <a:spcPts val="800"/>
              </a:spcAft>
              <a:defRPr sz="1600"/>
            </a:pPr>
            <a:r>
              <a:t>• @require_model - 模型级别筛选</a:t>
            </a:r>
          </a:p>
          <a:p>
            <a:pPr>
              <a:spcAft>
                <a:spcPts val="800"/>
              </a:spcAft>
              <a:defRPr sz="1600"/>
            </a:pPr>
            <a:r>
              <a:t>• @require_scene_and_model - 组合筛选</a:t>
            </a:r>
          </a:p>
          <a:p>
            <a:pPr>
              <a:spcAft>
                <a:spcPts val="800"/>
              </a:spcAft>
              <a:defRPr sz="1600"/>
            </a:pPr>
            <a:r>
              <a:t>• scene_aware_parametrize - 兼容层</a:t>
            </a:r>
          </a:p>
          <a:p>
            <a:pPr>
              <a:spcAft>
                <a:spcPts val="800"/>
              </a:spcAft>
              <a:defRPr sz="1600"/>
            </a:pPr>
            <a:r>
              <a:t>• 自动跳过不匹配的测试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四、目录结构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tests/st/                          # 新建 ST 框架（与 e2e/ut 平级）</a:t>
            </a:r>
          </a:p>
          <a:p>
            <a:pPr>
              <a:spcAft>
                <a:spcPts val="1200"/>
              </a:spcAft>
              <a:defRPr sz="2000"/>
            </a:pPr>
            <a:r>
              <a:t>• ├── config/</a:t>
            </a:r>
          </a:p>
          <a:p>
            <a:pPr>
              <a:spcAft>
                <a:spcPts val="1200"/>
              </a:spcAft>
              <a:defRPr sz="2000"/>
            </a:pPr>
            <a:r>
              <a:t>• │   ├── scene.yaml                 # 场景配置</a:t>
            </a:r>
          </a:p>
          <a:p>
            <a:pPr>
              <a:spcAft>
                <a:spcPts val="1200"/>
              </a:spcAft>
              <a:defRPr sz="2000"/>
            </a:pPr>
            <a:r>
              <a:t>• │   └── models.yaml                # 模型列表</a:t>
            </a:r>
          </a:p>
          <a:p>
            <a:pPr>
              <a:spcAft>
                <a:spcPts val="1200"/>
              </a:spcAft>
              <a:defRPr sz="2000"/>
            </a:pPr>
            <a:r>
              <a:t>• ├── framework/</a:t>
            </a:r>
          </a:p>
          <a:p>
            <a:pPr>
              <a:spcAft>
                <a:spcPts val="1200"/>
              </a:spcAft>
              <a:defRPr sz="2000"/>
            </a:pPr>
            <a:r>
              <a:t>• │   ├── scene_manager.py           # 场景管理器</a:t>
            </a:r>
          </a:p>
          <a:p>
            <a:pPr>
              <a:spcAft>
                <a:spcPts val="1200"/>
              </a:spcAft>
              <a:defRPr sz="2000"/>
            </a:pPr>
            <a:r>
              <a:t>• │   ├── model_config.py            # 模型配置加载器</a:t>
            </a:r>
          </a:p>
          <a:p>
            <a:pPr>
              <a:spcAft>
                <a:spcPts val="1200"/>
              </a:spcAft>
              <a:defRPr sz="2000"/>
            </a:pPr>
            <a:r>
              <a:t>• │   ├── decorators.py             # 条件执行装饰器</a:t>
            </a:r>
          </a:p>
          <a:p>
            <a:pPr>
              <a:spcAft>
                <a:spcPts val="1200"/>
              </a:spcAft>
              <a:defRPr sz="2000"/>
            </a:pPr>
            <a:r>
              <a:t>• │   ├── compat.py                  # 兼容层（关键！）</a:t>
            </a:r>
          </a:p>
          <a:p>
            <a:pPr>
              <a:spcAft>
                <a:spcPts val="1200"/>
              </a:spcAft>
              <a:defRPr sz="2000"/>
            </a:pPr>
            <a:r>
              <a:t>• │   └── extensions.py              # 性能监控、精度对比</a:t>
            </a:r>
          </a:p>
          <a:p>
            <a:pPr>
              <a:spcAft>
                <a:spcPts val="1200"/>
              </a:spcAft>
              <a:defRPr sz="2000"/>
            </a:pPr>
            <a:r>
              <a:t>• └── testcases/                    # 测试用例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四、迁移策略：渐进式切换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【零侵入】e2e/ 和 ut/ 目录保持不变</a:t>
            </a:r>
          </a:p>
          <a:p>
            <a:pPr>
              <a:spcAft>
                <a:spcPts val="1200"/>
              </a:spcAft>
              <a:defRPr sz="2000"/>
            </a:pPr>
            <a:r>
              <a:t>• 【逐个迁移】测试用例可逐个迁移，不需要一次性全部改完</a:t>
            </a:r>
          </a:p>
          <a:p>
            <a:pPr>
              <a:spcAft>
                <a:spcPts val="1200"/>
              </a:spcAft>
              <a:defRPr sz="2000"/>
            </a:pPr>
            <a:r>
              <a:t>• 【装饰器可选】不迁移的测试也能正常运行</a:t>
            </a:r>
          </a:p>
          <a:p>
            <a:pPr>
              <a:spcAft>
                <a:spcPts val="1200"/>
              </a:spcAft>
              <a:defRPr sz="2000"/>
            </a:pPr>
            <a:r>
              <a:t>• 【VllmRunner 兼容】现有 with VllmRunner(...) 模式保持不变</a:t>
            </a:r>
          </a:p>
          <a:p>
            <a:pPr>
              <a:spcAft>
                <a:spcPts val="1200"/>
              </a:spcAft>
              <a:defRPr sz="2000"/>
            </a:pPr>
            <a:r>
              <a:t>• 【复用 Fixtures】新框架 fixtures 不影响现有 vl_config 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五、收益与价值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收益项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现状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新框架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测试执行效率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手工切换环境变量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自动根据场景执行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模型配置管理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分散在各测试文件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统一 YAML 管理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条件执行维护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大量 @skipif 散落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装饰器声明式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代码复用性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重复代码多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框架提供统一抽象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测试隔离性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环境变量易污染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自动保存/恢复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迁移成本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需大量改写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渐进式、零侵入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五、框架扩展能力（基于 PR #8557）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【PerformanceMonitor】性能基准测试，支持 TPS / Latency 指标收集</a:t>
            </a:r>
          </a:p>
          <a:p>
            <a:pPr>
              <a:spcAft>
                <a:spcPts val="1200"/>
              </a:spcAft>
              <a:defRPr sz="2000"/>
            </a:pPr>
            <a:r>
              <a:t>• 【PrecisionComparator】精度对比，自动对比新旧实现输出差异</a:t>
            </a:r>
          </a:p>
          <a:p>
            <a:pPr>
              <a:spcAft>
                <a:spcPts val="1200"/>
              </a:spcAft>
              <a:defRPr sz="2000"/>
            </a:pPr>
            <a:r>
              <a:t>• 【Version Checker】vllm_version_is() 版本兼容性检查</a:t>
            </a:r>
          </a:p>
          <a:p>
            <a:pPr>
              <a:spcAft>
                <a:spcPts val="1200"/>
              </a:spcAft>
              <a:defRPr sz="2000"/>
            </a:pPr>
            <a:r>
              <a:t>• 【VllmRunner 封装】简化推理调用，降低测试用例编写门槛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六、下一步计划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【第一阶段】框架验证（当前）</a:t>
            </a:r>
          </a:p>
          <a:p>
            <a:pPr>
              <a:spcAft>
                <a:spcPts val="1200"/>
              </a:spcAft>
              <a:defRPr sz="2000"/>
            </a:pPr>
            <a:r>
              <a:t>•   - 完成框架自测试，验证基本功能可用</a:t>
            </a:r>
          </a:p>
          <a:p>
            <a:pPr>
              <a:spcAft>
                <a:spcPts val="1200"/>
              </a:spcAft>
              <a:defRPr sz="2000"/>
            </a:pPr>
            <a:r>
              <a:t>•   - 在 NPU 环境进行实际测试</a:t>
            </a:r>
          </a:p>
          <a:p>
            <a:pPr>
              <a:spcAft>
                <a:spcPts val="1200"/>
              </a:spcAft>
              <a:defRPr sz="2000"/>
            </a:pPr>
            <a:r>
              <a:t>• 【第二阶段】试点迁移</a:t>
            </a:r>
          </a:p>
          <a:p>
            <a:pPr>
              <a:spcAft>
                <a:spcPts val="1200"/>
              </a:spcAft>
              <a:defRPr sz="2000"/>
            </a:pPr>
            <a:r>
              <a:t>•   - 选择 2-3 个典型测试进行迁移</a:t>
            </a:r>
          </a:p>
          <a:p>
            <a:pPr>
              <a:spcAft>
                <a:spcPts val="1200"/>
              </a:spcAft>
              <a:defRPr sz="2000"/>
            </a:pPr>
            <a:r>
              <a:t>•   - 验证迁移成本低、可回滚</a:t>
            </a:r>
          </a:p>
          <a:p>
            <a:pPr>
              <a:spcAft>
                <a:spcPts val="1200"/>
              </a:spcAft>
              <a:defRPr sz="2000"/>
            </a:pPr>
            <a:r>
              <a:t>• 【第三阶段】全面推广</a:t>
            </a:r>
          </a:p>
          <a:p>
            <a:pPr>
              <a:spcAft>
                <a:spcPts val="1200"/>
              </a:spcAft>
              <a:defRPr sz="2000"/>
            </a:pPr>
            <a:r>
              <a:t>•   - 逐步将 e2e 测试迁移到新框架</a:t>
            </a:r>
          </a:p>
          <a:p>
            <a:pPr>
              <a:spcAft>
                <a:spcPts val="1200"/>
              </a:spcAft>
              <a:defRPr sz="2000"/>
            </a:pPr>
            <a:r>
              <a:t>•   - 建立场景-模型矩阵报告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 测试框架是 vLLM Ascend 测试体系的重要补充</a:t>
            </a:r>
          </a:p>
          <a:p>
            <a:pPr>
              <a:spcAft>
                <a:spcPts val="1200"/>
              </a:spcAft>
              <a:defRPr sz="2000"/>
            </a:pPr>
            <a:r>
              <a:t>• 通过场景化设计，解决多卡/多环境测试的复杂性</a:t>
            </a:r>
          </a:p>
          <a:p>
            <a:pPr>
              <a:spcAft>
                <a:spcPts val="1200"/>
              </a:spcAft>
              <a:defRPr sz="2000"/>
            </a:pPr>
            <a:r>
              <a:t>• 配置化 + 装饰器模式，降低测试编写门槛</a:t>
            </a:r>
          </a:p>
          <a:p>
            <a:pPr>
              <a:spcAft>
                <a:spcPts val="1200"/>
              </a:spcAft>
              <a:defRPr sz="2000"/>
            </a:pPr>
            <a:r>
              <a:t>• 渐进式迁移策略，保证现有测试稳定性的同时完成升级</a:t>
            </a:r>
          </a:p>
          <a:p>
            <a:pPr>
              <a:spcAft>
                <a:spcPts val="1200"/>
              </a:spcAft>
              <a:defRPr sz="2000"/>
            </a:pPr>
            <a:r>
              <a:t>• 当前状态：框架代码已完成，验证中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代码位置：tests/st/ | 文档：docs/st_framework_design.md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